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1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858000" cy="6858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4206240" cy="42062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51560" cy="10515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5" name="Image 0" descr="/home/claude/cirra/icons/cloud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12928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CIRRA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Briefing MCP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weather tools, directly inside AI assistants.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06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90672" y="5806440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0672" y="580644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64608" y="5806440"/>
            <a:ext cx="4078224" cy="384048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580644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07424" y="5806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65A82">
              <a:alpha val="8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07424" y="5806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Cirra — Weather Briefing MCP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data is everywhere. Context is not.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WITHOUT CIRRA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cirra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68249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482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395728" y="1572768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651760" y="1572768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cirra/icons/assist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68249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0482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98848" y="1572768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754880" y="1572768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home/claude/cirra/icons/external_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68249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20482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to check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app/site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601968" y="1572768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858000" y="1572768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/home/claude/cirra/icons/assist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68249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20482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8640" y="26151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CIRRA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2880360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/home/claude/cirra/icons/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9900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4360" y="335584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2395728" y="28803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2651760" y="2880360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/home/claude/cirra/icons/assista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299008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697480" y="335584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Cirra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498848" y="288036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4754880" y="2880360"/>
            <a:ext cx="184708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pic>
        <p:nvPicPr>
          <p:cNvPr id="29" name="Image 6" descr="/home/claude/cirra/icons/check_answ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688" y="2990088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00600" y="335584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answer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4069080"/>
            <a:ext cx="1106424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48640" y="44348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22960" y="4690872"/>
            <a:ext cx="548640" cy="548640"/>
          </a:xfrm>
          <a:prstGeom prst="ellipse">
            <a:avLst/>
          </a:prstGeom>
          <a:solidFill>
            <a:srgbClr val="065A82">
              <a:alpha val="12000"/>
            </a:srgbClr>
          </a:solidFill>
          <a:ln/>
        </p:spPr>
      </p:sp>
      <p:pic>
        <p:nvPicPr>
          <p:cNvPr id="34" name="Image 7" descr="/home/claude/cirra/icons/problem_lea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4818888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22960" y="53492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leave their AI workflow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822960" y="56967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weather elsewhere.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343400" y="44348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617720" y="4690872"/>
            <a:ext cx="548640" cy="548640"/>
          </a:xfrm>
          <a:prstGeom prst="ellipse">
            <a:avLst/>
          </a:prstGeom>
          <a:solidFill>
            <a:srgbClr val="065A82">
              <a:alpha val="12000"/>
            </a:srgbClr>
          </a:solidFill>
          <a:ln/>
        </p:spPr>
      </p:sp>
      <p:pic>
        <p:nvPicPr>
          <p:cNvPr id="39" name="Image 8" descr="/home/claude/cirra/icons/problem_ra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4818888"/>
            <a:ext cx="292608" cy="29260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4617720" y="53492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weather data isn’t actionable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4617720" y="56967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without context.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8138160" y="44348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8412480" y="4690872"/>
            <a:ext cx="548640" cy="548640"/>
          </a:xfrm>
          <a:prstGeom prst="ellipse">
            <a:avLst/>
          </a:prstGeom>
          <a:solidFill>
            <a:srgbClr val="065A82">
              <a:alpha val="12000"/>
            </a:srgbClr>
          </a:solidFill>
          <a:ln/>
        </p:spPr>
      </p:sp>
      <p:pic>
        <p:nvPicPr>
          <p:cNvPr id="44" name="Image 9" descr="/home/claude/cirra/icons/problem_tool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0496" y="4818888"/>
            <a:ext cx="292608" cy="29260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412480" y="53492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need structured tools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8412480" y="56967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external capabilities.</a:t>
            </a:r>
            <a:endParaRPr lang="en-US" sz="1100" dirty="0"/>
          </a:p>
        </p:txBody>
      </p:sp>
      <p:sp>
        <p:nvSpPr>
          <p:cNvPr id="4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8" name="Text 3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Cirra — Weather Briefing MCP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Cirra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architecture — stdio transport, live data with offline fallback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/home/claude/cirra/icons/ai_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293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92354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2203704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or any MCP-compatible client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606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over stdio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898648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/home/claude/cirra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3639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898648"/>
            <a:ext cx="92354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Cirra MCP Server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410712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Node.js · input validation · controlled errors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38130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80160" y="3813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4105656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2" descr="/home/claude/cirra/icons/tools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4340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105656"/>
            <a:ext cx="92354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Weather Tools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4617720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search_city · get_weather · create_weather_briefing + 5 more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68680" y="502005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280160" y="50200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via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22960" y="5312664"/>
            <a:ext cx="6007608" cy="9144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3" descr="/home/claude/cirra/icons/cloud_da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55040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5312664"/>
            <a:ext cx="4818888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Live Data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783080" y="5824728"/>
            <a:ext cx="4818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HTTPS-only · allowlisted host · timeouts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059168" y="5312664"/>
            <a:ext cx="4279392" cy="914400"/>
          </a:xfrm>
          <a:prstGeom prst="roundRect">
            <a:avLst>
              <a:gd name="adj" fmla="val 10000"/>
            </a:avLst>
          </a:prstGeom>
          <a:solidFill>
            <a:srgbClr val="2E3A6B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7" name="Image 4" descr="/home/claude/cirra/icons/fixtu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58698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08976" y="5312664"/>
            <a:ext cx="3364992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Fixture Fallback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808976" y="5824728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fixed paths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Cirra — Weather Briefing MCP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Natural Language to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tools available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44752"/>
            <a:ext cx="640080" cy="6400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pic>
        <p:nvPicPr>
          <p:cNvPr id="7" name="Image 0" descr="/home/claude/cirra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002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1762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523744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city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188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444752"/>
            <a:ext cx="640080" cy="6400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pic>
        <p:nvPicPr>
          <p:cNvPr id="12" name="Image 1" descr="/home/claude/cirra/icons/weather_n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002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1762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2523744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188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1444752"/>
            <a:ext cx="640080" cy="6400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pic>
        <p:nvPicPr>
          <p:cNvPr id="17" name="Image 2" descr="/home/claude/cirra/icons/brief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16002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1762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create_weather_briefing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2523744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multi-day summary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2461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pic>
        <p:nvPicPr>
          <p:cNvPr id="21" name="Image 3" descr="/home/claude/cirra/icons/n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512" y="33741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" y="3749040"/>
            <a:ext cx="368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916680" y="32461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pic>
        <p:nvPicPr>
          <p:cNvPr id="24" name="Image 4" descr="/home/claude/cirra/icons/tools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3374136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36720" y="3749040"/>
            <a:ext cx="368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604760" y="32461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pic>
        <p:nvPicPr>
          <p:cNvPr id="27" name="Image 5" descr="/home/claude/cirra/icons/check_answ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672" y="3374136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24800" y="3749040"/>
            <a:ext cx="368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Answer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85800" y="42793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800" dirty="0"/>
          </a:p>
        </p:txBody>
      </p:sp>
      <p:sp>
        <p:nvSpPr>
          <p:cNvPr id="31" name="Text 23"/>
          <p:cNvSpPr/>
          <p:nvPr/>
        </p:nvSpPr>
        <p:spPr>
          <a:xfrm>
            <a:off x="1280160" y="4343400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planning my next few days in Hebron. Give me a 3-day weather briefing in Celsius.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 handled end-to-end by search_city → get_weather → create_weather_briefing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Cirra — Weather Briefing MCP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→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A34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91640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cirra/icons/cloud_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8196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Cloud-synced favorite cities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16352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A34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47872" y="1691640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/home/claude/cirra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81965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53512" y="246888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weather alerts &amp; notifications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84064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A34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15584" y="1691640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2" descr="/home/claude/cirra/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81965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1224" y="246888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weather trends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51776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A34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83296" y="1691640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8" name="Image 3" descr="/home/claude/cirra/icons/personali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1965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88936" y="246888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619488" y="141732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A34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351008" y="1691640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4" descr="/home/claude/cirra/icons/host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312" y="181965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56648" y="246888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MCP deployment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pic>
        <p:nvPicPr>
          <p:cNvPr id="25" name="Image 5" descr="/home/claude/cirra/icons/cloud_fin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52628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44348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Cirra — Weather information as an AI-native capability.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Cirra — Weather Briefing MCP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2026-08-23T19:59:18Z</dcterms:created>
  <dcterms:modified xsi:type="dcterms:W3CDTF">2026-08-23T19:59:18Z</dcterms:modified>
</cp:coreProperties>
</file>